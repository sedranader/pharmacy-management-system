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8" d="100"/>
          <a:sy n="68" d="100"/>
        </p:scale>
        <p:origin x="91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r" defTabSz="914400" rtl="1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8162-3A75-41D3-9727-C05FC2039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en-US" sz="6000" dirty="0"/>
              <a:t>Pharmacy Management System</a:t>
            </a:r>
            <a:endParaRPr lang="ar-KW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44093-1195-4276-A845-D28F22AA1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1" t="11869" r="6982" b="8691"/>
          <a:stretch/>
        </p:blipFill>
        <p:spPr>
          <a:xfrm>
            <a:off x="8737599" y="546478"/>
            <a:ext cx="2190044" cy="13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7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9228-E8F7-4B9C-BE67-BDEEBE6B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the Project</a:t>
            </a:r>
            <a:endParaRPr lang="ar-K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7685A-7B0C-4B9B-9398-A678542D3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25757"/>
            <a:ext cx="9601200" cy="35814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Daily Operations Automation:</a:t>
            </a:r>
            <a:r>
              <a:rPr lang="en-US" dirty="0"/>
              <a:t> To reduce human errors and accelerate customer service.</a:t>
            </a:r>
          </a:p>
          <a:p>
            <a:pPr algn="l"/>
            <a:r>
              <a:rPr lang="en-US" b="1" dirty="0"/>
              <a:t>Accurate Inventory Management:</a:t>
            </a:r>
            <a:r>
              <a:rPr lang="en-US" dirty="0"/>
              <a:t> Monitoring expiration dates and quantities, and preventing the sale of expired medications.</a:t>
            </a:r>
          </a:p>
          <a:p>
            <a:pPr algn="l"/>
            <a:r>
              <a:rPr lang="en-US" b="1" dirty="0"/>
              <a:t>Decision-Making Support:</a:t>
            </a:r>
            <a:r>
              <a:rPr lang="en-US" dirty="0"/>
              <a:t> Providing analytical reports and better management of purchasing, sales, and profitability processes. </a:t>
            </a:r>
          </a:p>
          <a:p>
            <a:pPr algn="l"/>
            <a:r>
              <a:rPr lang="en-US" b="1" dirty="0"/>
              <a:t>Security and Scalability:</a:t>
            </a:r>
            <a:r>
              <a:rPr lang="en-US" dirty="0"/>
              <a:t> Protecting data through user access permissions and the ability to connect multiple branches in the future. 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159053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C23A-1A92-4D15-8060-0A35A93D8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OBJECTIVE OF PROJECT</a:t>
            </a:r>
            <a:endParaRPr lang="ar-K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2D60-7EBA-4A1F-8A2B-43FBE7C0F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dirty="0"/>
              <a:t>Comprehensive and Integrated Solution Development:</a:t>
            </a:r>
            <a:r>
              <a:rPr lang="en-US" dirty="0"/>
              <a:t> To manage pharmacy operations efficiently.</a:t>
            </a:r>
          </a:p>
          <a:p>
            <a:pPr algn="l"/>
            <a:r>
              <a:rPr lang="en-US" b="1" dirty="0"/>
              <a:t>Comprehensive Management:</a:t>
            </a:r>
            <a:r>
              <a:rPr lang="en-US" dirty="0"/>
              <a:t> Tracking sales, purchases, inventory, medications, suppliers, and invoices to reduce human errors.</a:t>
            </a:r>
          </a:p>
          <a:p>
            <a:pPr algn="l"/>
            <a:r>
              <a:rPr lang="en-US" b="1" dirty="0"/>
              <a:t>Reporting and Decision Improvement:</a:t>
            </a:r>
            <a:r>
              <a:rPr lang="en-US" dirty="0"/>
              <a:t> Providing intelligent reporting features and data analysis to support decision-making.</a:t>
            </a:r>
          </a:p>
          <a:p>
            <a:pPr algn="l"/>
            <a:r>
              <a:rPr lang="en-US" b="1" dirty="0"/>
              <a:t>Security and Usability:</a:t>
            </a:r>
            <a:r>
              <a:rPr lang="en-US" dirty="0"/>
              <a:t> Protecting data through permission controls and encryption, featuring a user-friendly interface built using PyQt5. 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220813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9C22-9D2B-4079-9796-5DB85BAC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Solved by the Project</a:t>
            </a:r>
            <a:endParaRPr lang="ar-K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A13C-B956-487A-9CFD-4FB687422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dirty="0"/>
              <a:t>Inventory Tracking Issues:</a:t>
            </a:r>
            <a:r>
              <a:rPr lang="en-US" dirty="0"/>
              <a:t> Difficulty in manually monitoring expiration dates, stock quantities, and hazardous materials.</a:t>
            </a:r>
          </a:p>
          <a:p>
            <a:pPr algn="l"/>
            <a:r>
              <a:rPr lang="en-US" b="1" dirty="0"/>
              <a:t>Human Errors and Lack of Reporting:</a:t>
            </a:r>
            <a:r>
              <a:rPr lang="en-US" dirty="0"/>
              <a:t> Frequent errors in sales transactions and the absence of clear reports for decision-makers.</a:t>
            </a:r>
          </a:p>
          <a:p>
            <a:pPr algn="l"/>
            <a:r>
              <a:rPr lang="en-US" b="1" dirty="0"/>
              <a:t>Employee Monitoring and Permissions:</a:t>
            </a:r>
            <a:r>
              <a:rPr lang="en-US" dirty="0"/>
              <a:t> Difficulty in organizing work shifts, attendance records, and accurately defining user permissions. </a:t>
            </a:r>
          </a:p>
          <a:p>
            <a:pPr algn="l"/>
            <a:r>
              <a:rPr lang="en-US" b="1" dirty="0"/>
              <a:t>Lack of Smart Systems:</a:t>
            </a:r>
            <a:r>
              <a:rPr lang="en-US" dirty="0"/>
              <a:t> Absence of alerts for drug interactions and the failure to suggest therapeutic alternatives when medications are unavailable.</a:t>
            </a:r>
          </a:p>
          <a:p>
            <a:pPr algn="l"/>
            <a:r>
              <a:rPr lang="en-US" b="1" dirty="0"/>
              <a:t>Process Fragmentation and Audit Logs:</a:t>
            </a:r>
            <a:r>
              <a:rPr lang="en-US" dirty="0"/>
              <a:t> Lack of integration for supplier and invoice data in a single place, along with the absence of audit logs.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416316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8A3A-5D5C-4FE0-8D10-956D78A4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Used in the project </a:t>
            </a:r>
            <a:endParaRPr lang="ar-K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C02F67-939D-4C89-A860-CCF9A8903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426" y="1714501"/>
            <a:ext cx="9032486" cy="5143499"/>
          </a:xfrm>
        </p:spPr>
      </p:pic>
    </p:spTree>
    <p:extLst>
      <p:ext uri="{BB962C8B-B14F-4D97-AF65-F5344CB8AC3E}">
        <p14:creationId xmlns:p14="http://schemas.microsoft.com/office/powerpoint/2010/main" val="4819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CC0C-5675-4AB0-A0D7-58033408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30" y="155713"/>
            <a:ext cx="9417418" cy="1364146"/>
          </a:xfrm>
        </p:spPr>
        <p:txBody>
          <a:bodyPr>
            <a:normAutofit/>
          </a:bodyPr>
          <a:lstStyle/>
          <a:p>
            <a:r>
              <a:rPr lang="en-US" dirty="0"/>
              <a:t>Research Papers</a:t>
            </a:r>
            <a:endParaRPr lang="ar-KW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80470A-24C7-45B9-B18D-0B1AEE2B0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635" y="1713176"/>
            <a:ext cx="11086915" cy="4989112"/>
          </a:xfrm>
        </p:spPr>
      </p:pic>
    </p:spTree>
    <p:extLst>
      <p:ext uri="{BB962C8B-B14F-4D97-AF65-F5344CB8AC3E}">
        <p14:creationId xmlns:p14="http://schemas.microsoft.com/office/powerpoint/2010/main" val="115422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1B1A-E7A0-4FB2-8C1D-66253E71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72716"/>
            <a:ext cx="9601200" cy="942473"/>
          </a:xfrm>
        </p:spPr>
        <p:txBody>
          <a:bodyPr/>
          <a:lstStyle/>
          <a:p>
            <a:r>
              <a:rPr lang="en-US" dirty="0"/>
              <a:t>GANTT CHART</a:t>
            </a:r>
            <a:endParaRPr lang="ar-K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5CB3E6-9A12-4682-8AA0-BF14386BB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366" b="13936"/>
          <a:stretch/>
        </p:blipFill>
        <p:spPr>
          <a:xfrm>
            <a:off x="1171075" y="1215188"/>
            <a:ext cx="10507578" cy="5506453"/>
          </a:xfrm>
        </p:spPr>
      </p:pic>
    </p:spTree>
    <p:extLst>
      <p:ext uri="{BB962C8B-B14F-4D97-AF65-F5344CB8AC3E}">
        <p14:creationId xmlns:p14="http://schemas.microsoft.com/office/powerpoint/2010/main" val="115302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1C00-AFB7-461F-8E8B-8CAA8C1A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588" y="685800"/>
            <a:ext cx="7700211" cy="1485900"/>
          </a:xfrm>
        </p:spPr>
        <p:txBody>
          <a:bodyPr/>
          <a:lstStyle/>
          <a:p>
            <a:endParaRPr lang="ar-K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37506E-FEDE-452F-90C6-4B50A687B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032" y="256673"/>
            <a:ext cx="10571747" cy="6368715"/>
          </a:xfrm>
        </p:spPr>
      </p:pic>
    </p:spTree>
    <p:extLst>
      <p:ext uri="{BB962C8B-B14F-4D97-AF65-F5344CB8AC3E}">
        <p14:creationId xmlns:p14="http://schemas.microsoft.com/office/powerpoint/2010/main" val="80860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4F98-0072-438C-ADC9-BE4BC5C5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K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900DC3-2923-4B45-89D2-200BF65B4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28600"/>
            <a:ext cx="9601200" cy="6400800"/>
          </a:xfrm>
        </p:spPr>
      </p:pic>
    </p:spTree>
    <p:extLst>
      <p:ext uri="{BB962C8B-B14F-4D97-AF65-F5344CB8AC3E}">
        <p14:creationId xmlns:p14="http://schemas.microsoft.com/office/powerpoint/2010/main" val="137512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C10D-9A59-4FD4-A83F-295AD8E2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K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C2A93-3A6D-48D4-8936-24259F036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358914"/>
            <a:ext cx="9601200" cy="6400800"/>
          </a:xfrm>
        </p:spPr>
      </p:pic>
    </p:spTree>
    <p:extLst>
      <p:ext uri="{BB962C8B-B14F-4D97-AF65-F5344CB8AC3E}">
        <p14:creationId xmlns:p14="http://schemas.microsoft.com/office/powerpoint/2010/main" val="22228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D202-B19B-457B-8D54-59BE7EB2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3" y="632791"/>
            <a:ext cx="2584174" cy="1485900"/>
          </a:xfrm>
        </p:spPr>
        <p:txBody>
          <a:bodyPr/>
          <a:lstStyle/>
          <a:p>
            <a:endParaRPr lang="ar-K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1AA53B-4FB9-4C19-BDA4-C6B48BF28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578" y="293511"/>
            <a:ext cx="10656711" cy="6344356"/>
          </a:xfrm>
        </p:spPr>
      </p:pic>
    </p:spTree>
    <p:extLst>
      <p:ext uri="{BB962C8B-B14F-4D97-AF65-F5344CB8AC3E}">
        <p14:creationId xmlns:p14="http://schemas.microsoft.com/office/powerpoint/2010/main" val="234887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0751-B962-4D09-B0EC-CDF0FDAA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K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D264FF-7328-47EA-826D-2E0C44891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68965"/>
            <a:ext cx="10033553" cy="6689035"/>
          </a:xfrm>
        </p:spPr>
      </p:pic>
    </p:spTree>
    <p:extLst>
      <p:ext uri="{BB962C8B-B14F-4D97-AF65-F5344CB8AC3E}">
        <p14:creationId xmlns:p14="http://schemas.microsoft.com/office/powerpoint/2010/main" val="3592663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DB48-68CC-4C5C-8D68-D7B49EFA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K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861A1D-7436-4B15-9FD3-80459DFF4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770" y="104361"/>
            <a:ext cx="10130459" cy="6753639"/>
          </a:xfrm>
        </p:spPr>
      </p:pic>
    </p:spTree>
    <p:extLst>
      <p:ext uri="{BB962C8B-B14F-4D97-AF65-F5344CB8AC3E}">
        <p14:creationId xmlns:p14="http://schemas.microsoft.com/office/powerpoint/2010/main" val="203414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2806-5829-4C6C-AD29-58175605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5579"/>
          </a:xfrm>
        </p:spPr>
        <p:txBody>
          <a:bodyPr>
            <a:normAutofit/>
          </a:bodyPr>
          <a:lstStyle/>
          <a:p>
            <a:r>
              <a:rPr lang="en-US" sz="3600" dirty="0"/>
              <a:t>Languages, work environment and tools used</a:t>
            </a:r>
            <a:endParaRPr lang="ar-KW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3DF889-5C26-4D08-8920-5F3446436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4897" y="1651379"/>
            <a:ext cx="8402206" cy="5111342"/>
          </a:xfrm>
        </p:spPr>
      </p:pic>
    </p:spTree>
    <p:extLst>
      <p:ext uri="{BB962C8B-B14F-4D97-AF65-F5344CB8AC3E}">
        <p14:creationId xmlns:p14="http://schemas.microsoft.com/office/powerpoint/2010/main" val="4131129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2EAE-6E16-43D2-B54A-972A22DE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K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E534FD-5A69-4550-B777-6CD465F7D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72715"/>
            <a:ext cx="10635916" cy="6288505"/>
          </a:xfrm>
        </p:spPr>
      </p:pic>
    </p:spTree>
    <p:extLst>
      <p:ext uri="{BB962C8B-B14F-4D97-AF65-F5344CB8AC3E}">
        <p14:creationId xmlns:p14="http://schemas.microsoft.com/office/powerpoint/2010/main" val="201596260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{CEB24ABC-951E-4DEB-A39D-A24149B98DA2}TFc3084226-2d0c-440f-9f46-6b48c7a7f670e6ba4a85-fc4a2881d6b3</Template>
  <TotalTime>1767</TotalTime>
  <Words>280</Words>
  <Application>Microsoft Office PowerPoint</Application>
  <PresentationFormat>Widescreen</PresentationFormat>
  <Paragraphs>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Franklin Gothic Book</vt:lpstr>
      <vt:lpstr>Crop</vt:lpstr>
      <vt:lpstr>Pharmacy Management System</vt:lpstr>
      <vt:lpstr>Importance of the Project</vt:lpstr>
      <vt:lpstr>MAIN OBJECTIVE OF PROJECT</vt:lpstr>
      <vt:lpstr>Problems Solved by the Project</vt:lpstr>
      <vt:lpstr>METHODOLOGY Used in the project </vt:lpstr>
      <vt:lpstr>Research Papers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Languages, work environment and tools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</dc:title>
  <dc:creator>سدرة نادر محمد هاشم</dc:creator>
  <cp:lastModifiedBy>سدرة نادر محمد هاشم</cp:lastModifiedBy>
  <cp:revision>12</cp:revision>
  <dcterms:created xsi:type="dcterms:W3CDTF">2026-10-26T16:58:23Z</dcterms:created>
  <dcterms:modified xsi:type="dcterms:W3CDTF">2026-11-01T20:56:02Z</dcterms:modified>
</cp:coreProperties>
</file>